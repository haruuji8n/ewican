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42950"/>
            <a:ext cx="18288000" cy="8801100"/>
          </a:xfrm>
          <a:custGeom>
            <a:avLst/>
            <a:gdLst/>
            <a:ahLst/>
            <a:cxnLst/>
            <a:rect r="r" b="b" t="t" l="l"/>
            <a:pathLst>
              <a:path h="8801100" w="18288000">
                <a:moveTo>
                  <a:pt x="0" y="0"/>
                </a:moveTo>
                <a:lnTo>
                  <a:pt x="18288000" y="0"/>
                </a:lnTo>
                <a:lnTo>
                  <a:pt x="18288000" y="8801100"/>
                </a:lnTo>
                <a:lnTo>
                  <a:pt x="0" y="880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8670"/>
            <a:ext cx="18288000" cy="8709660"/>
          </a:xfrm>
          <a:custGeom>
            <a:avLst/>
            <a:gdLst/>
            <a:ahLst/>
            <a:cxnLst/>
            <a:rect r="r" b="b" t="t" l="l"/>
            <a:pathLst>
              <a:path h="8709660" w="18288000">
                <a:moveTo>
                  <a:pt x="0" y="0"/>
                </a:moveTo>
                <a:lnTo>
                  <a:pt x="18288000" y="0"/>
                </a:lnTo>
                <a:lnTo>
                  <a:pt x="18288000" y="8709660"/>
                </a:lnTo>
                <a:lnTo>
                  <a:pt x="0" y="870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8670"/>
            <a:ext cx="18288000" cy="8709660"/>
          </a:xfrm>
          <a:custGeom>
            <a:avLst/>
            <a:gdLst/>
            <a:ahLst/>
            <a:cxnLst/>
            <a:rect r="r" b="b" t="t" l="l"/>
            <a:pathLst>
              <a:path h="8709660" w="18288000">
                <a:moveTo>
                  <a:pt x="0" y="0"/>
                </a:moveTo>
                <a:lnTo>
                  <a:pt x="18288000" y="0"/>
                </a:lnTo>
                <a:lnTo>
                  <a:pt x="18288000" y="8709660"/>
                </a:lnTo>
                <a:lnTo>
                  <a:pt x="0" y="870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8670"/>
            <a:ext cx="18288000" cy="8709660"/>
          </a:xfrm>
          <a:custGeom>
            <a:avLst/>
            <a:gdLst/>
            <a:ahLst/>
            <a:cxnLst/>
            <a:rect r="r" b="b" t="t" l="l"/>
            <a:pathLst>
              <a:path h="8709660" w="18288000">
                <a:moveTo>
                  <a:pt x="0" y="0"/>
                </a:moveTo>
                <a:lnTo>
                  <a:pt x="18288000" y="0"/>
                </a:lnTo>
                <a:lnTo>
                  <a:pt x="18288000" y="8709660"/>
                </a:lnTo>
                <a:lnTo>
                  <a:pt x="0" y="870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811530"/>
            <a:ext cx="18288000" cy="8663940"/>
          </a:xfrm>
          <a:custGeom>
            <a:avLst/>
            <a:gdLst/>
            <a:ahLst/>
            <a:cxnLst/>
            <a:rect r="r" b="b" t="t" l="l"/>
            <a:pathLst>
              <a:path h="8663940" w="18288000">
                <a:moveTo>
                  <a:pt x="0" y="0"/>
                </a:moveTo>
                <a:lnTo>
                  <a:pt x="18288000" y="0"/>
                </a:lnTo>
                <a:lnTo>
                  <a:pt x="18288000" y="8663940"/>
                </a:lnTo>
                <a:lnTo>
                  <a:pt x="0" y="8663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8670"/>
            <a:ext cx="18288000" cy="8709660"/>
          </a:xfrm>
          <a:custGeom>
            <a:avLst/>
            <a:gdLst/>
            <a:ahLst/>
            <a:cxnLst/>
            <a:rect r="r" b="b" t="t" l="l"/>
            <a:pathLst>
              <a:path h="8709660" w="18288000">
                <a:moveTo>
                  <a:pt x="0" y="0"/>
                </a:moveTo>
                <a:lnTo>
                  <a:pt x="18288000" y="0"/>
                </a:lnTo>
                <a:lnTo>
                  <a:pt x="18288000" y="8709660"/>
                </a:lnTo>
                <a:lnTo>
                  <a:pt x="0" y="870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88670"/>
            <a:ext cx="18288000" cy="8709660"/>
          </a:xfrm>
          <a:custGeom>
            <a:avLst/>
            <a:gdLst/>
            <a:ahLst/>
            <a:cxnLst/>
            <a:rect r="r" b="b" t="t" l="l"/>
            <a:pathLst>
              <a:path h="8709660" w="18288000">
                <a:moveTo>
                  <a:pt x="0" y="0"/>
                </a:moveTo>
                <a:lnTo>
                  <a:pt x="18288000" y="0"/>
                </a:lnTo>
                <a:lnTo>
                  <a:pt x="18288000" y="8709660"/>
                </a:lnTo>
                <a:lnTo>
                  <a:pt x="0" y="8709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77240"/>
            <a:ext cx="18288000" cy="8732520"/>
          </a:xfrm>
          <a:custGeom>
            <a:avLst/>
            <a:gdLst/>
            <a:ahLst/>
            <a:cxnLst/>
            <a:rect r="r" b="b" t="t" l="l"/>
            <a:pathLst>
              <a:path h="8732520" w="18288000">
                <a:moveTo>
                  <a:pt x="0" y="0"/>
                </a:moveTo>
                <a:lnTo>
                  <a:pt x="18288000" y="0"/>
                </a:lnTo>
                <a:lnTo>
                  <a:pt x="18288000" y="8732520"/>
                </a:lnTo>
                <a:lnTo>
                  <a:pt x="0" y="87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77240"/>
            <a:ext cx="18288000" cy="8732520"/>
          </a:xfrm>
          <a:custGeom>
            <a:avLst/>
            <a:gdLst/>
            <a:ahLst/>
            <a:cxnLst/>
            <a:rect r="r" b="b" t="t" l="l"/>
            <a:pathLst>
              <a:path h="8732520" w="18288000">
                <a:moveTo>
                  <a:pt x="0" y="0"/>
                </a:moveTo>
                <a:lnTo>
                  <a:pt x="18288000" y="0"/>
                </a:lnTo>
                <a:lnTo>
                  <a:pt x="18288000" y="8732520"/>
                </a:lnTo>
                <a:lnTo>
                  <a:pt x="0" y="873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DAG6hQ1-TjI</dc:identifier>
  <dcterms:modified xsi:type="dcterms:W3CDTF">2011-08-01T06:04:30Z</dcterms:modified>
  <cp:revision>1</cp:revision>
  <dc:title>DBL_WIREFRAME</dc:title>
</cp:coreProperties>
</file>